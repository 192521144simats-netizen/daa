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64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43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90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044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84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54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91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5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6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23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83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E09CB4-A533-4942-B990-FC89B254D63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715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BC335-6C20-C53C-92FE-0FB4789A7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4249"/>
            <a:ext cx="9144000" cy="23876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IN" sz="6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Application for Unequal </a:t>
            </a:r>
            <a:r>
              <a:rPr lang="en-IN" sz="6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Division</a:t>
            </a:r>
            <a:br>
              <a:rPr lang="en-IN" sz="6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CSA0620-DESIGN AND ANALYSIS OF ALGORITHM</a:t>
            </a:r>
            <a:endParaRPr lang="en-IN" sz="3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5762F-921C-792A-8E96-8B79F1283C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524000" y="4429919"/>
            <a:ext cx="44289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200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PRITHIYANKA SHREE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REG.NO:</a:t>
            </a:r>
            <a:r>
              <a:rPr lang="en-US" sz="2200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192521144</a:t>
            </a:r>
          </a:p>
          <a:p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US" sz="2200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DR.A.SAIRAM</a:t>
            </a:r>
            <a:endParaRPr lang="en-IN" sz="22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8298"/>
            <a:ext cx="10058400" cy="103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6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F046-BB56-178C-7D10-F45B9643CCA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DB4EB-EFE4-CFEE-D139-65142747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recurrence: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2T(n/3) + 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recurrence using the Master Theorem.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and f(n)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Compare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log_b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appropriate Master Theorem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time complexity.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6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E9B6-ADD8-3D2B-88A2-5908A50D36E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D1423-0054-E476-9739-16CD917BF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divides the input into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subproblems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subproblem has size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 work performed at each level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(n/b) + f(n)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Here: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1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4F5F-7AF0-61F4-80A4-14C475AA857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28DF4-A502-4AAA-C170-82AB27744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Solve(n):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n &lt;= 1: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Solve(n/3)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Solve(n/3)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Perform Θ(n) work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recursive calls are made.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call processes a problem of size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work is performed outside the recursive calls.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3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620C-5034-C6FF-3415-1E2B4083FB6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61011-8343-4761-CC83-0A2B2F30D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252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27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T(27)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/      \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T(9)       T(9)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/   \       /   \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T(3) T(3)   T(3) T(3)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 \   / \   / \   / \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T(1) ...              T(1)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C437D-3E8B-E1F8-88ED-19332B44A9A5}"/>
              </a:ext>
            </a:extLst>
          </p:cNvPr>
          <p:cNvSpPr txBox="1"/>
          <p:nvPr/>
        </p:nvSpPr>
        <p:spPr>
          <a:xfrm>
            <a:off x="5662863" y="1825625"/>
            <a:ext cx="569093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problem × 27 = 27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problems × 9 = 18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problems × 3 = 12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problems × 1 = 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that the number of subproblems increases, while their size decreases by a factor of 3.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3750E-5FC0-4674-87FE-0064385981C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B3A7-1688-288B-AAFA-D084841A1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level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nodes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2^i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each node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n/3^i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per node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n/3^i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work at level i: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2^i × n/3^i = n(2/3)^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2/3 &lt; 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work decreases at every level.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root level contributes the largest amount of work.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2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8B65-3461-9AE5-63C7-EAA99212C64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 Using Master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85CCF-71C3-49EA-6088-3D48E23E1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278" y="2214974"/>
            <a:ext cx="4455695" cy="33315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form: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(n/b) + f(n)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given recurrence: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3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Θ(n)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Calculate: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log_b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 = n^(log₃2)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9DC38-2F89-A018-434E-D4284D02EC77}"/>
              </a:ext>
            </a:extLst>
          </p:cNvPr>
          <p:cNvSpPr txBox="1"/>
          <p:nvPr/>
        </p:nvSpPr>
        <p:spPr>
          <a:xfrm>
            <a:off x="4597699" y="2407169"/>
            <a:ext cx="32084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Since: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log₃2 ≈ 0.63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n^(log₃2) = Θ(n^0.63)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Compare: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Θ(n)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n^(log₃2) = Θ(n^0.63)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35C17-64ED-A20E-5166-530AD9A4E209}"/>
              </a:ext>
            </a:extLst>
          </p:cNvPr>
          <p:cNvSpPr txBox="1"/>
          <p:nvPr/>
        </p:nvSpPr>
        <p:spPr>
          <a:xfrm>
            <a:off x="7806121" y="2407168"/>
            <a:ext cx="3124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grows faster than n^0.63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have: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Ω(n^(log₃2 + ε))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some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 &gt; 0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3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Master Theorem applies.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Complexity: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Θ(n)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8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3859-0840-68A2-FB53-993818DCA95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765548-E31E-0BFD-E094-5F215ACD24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105341"/>
              </p:ext>
            </p:extLst>
          </p:nvPr>
        </p:nvGraphicFramePr>
        <p:xfrm>
          <a:off x="868680" y="1933284"/>
          <a:ext cx="10515600" cy="4212805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091277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241347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3599427"/>
                    </a:ext>
                  </a:extLst>
                </a:gridCol>
              </a:tblGrid>
              <a:tr h="8425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125016"/>
                  </a:ext>
                </a:extLst>
              </a:tr>
              <a:tr h="8425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Given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2T(n/3) +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Θ(n)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42808"/>
                  </a:ext>
                </a:extLst>
              </a:tr>
              <a:tr h="8425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Divide &amp; Conquer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2T(n/2) +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Θ(n log n)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307437"/>
                  </a:ext>
                </a:extLst>
              </a:tr>
              <a:tr h="8425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Recursive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T(n/3) +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Θ(n)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011255"/>
                  </a:ext>
                </a:extLst>
              </a:tr>
              <a:tr h="8425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Subproblems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3T(n/3) +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Θ(n log n)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809747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CB15-BDCB-7722-EE38-61A8BD095EC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59B1-205C-D24E-8CD1-E18B2692F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is used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divide-and-conquer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predict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recursive algorithms.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Applications include: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algorithms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operations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Tree-based algorithms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problem solving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given recurrence, it shows that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work dominates the recursive 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6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E25B-E68F-3797-519E-35F0EDFB101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04AD3-402D-3844-7BC5-A114CA6B8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recurrence: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2T(n/3) + 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b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f(n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Θ(n)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n^(log₃2) = Θ(n^0.63)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Θ(n)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grows faster than n^0.63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Case 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T(n) = Θ(n)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linear non-recursive work is the dominant factor.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0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182D-F47A-F0A0-B43F-C9B2C7F14CC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C133C-58F1-50AE-32BA-220F8CFCB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simplifies the analysis of recursive divide-and-conquer algorithms.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recurrence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2T(n/3) + 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time complexity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shows that dividing a problem into smaller unequal parts does not necessarily lead to higher complexity.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performed at each recursive stage is the dominant factor.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3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H.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Ellis Horowitz,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Sartaj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Sahni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Susan Anderson-Freed,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Computer Algorithms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– Divide and Conquer Algorithms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standard algorithm analysis resources.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notes and classroom materials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Analysis and Design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81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8016" y="1918478"/>
            <a:ext cx="9144000" cy="2387600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12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143</TotalTime>
  <Words>716</Words>
  <Application>Microsoft Office PowerPoint</Application>
  <PresentationFormat>Widescreen</PresentationFormat>
  <Paragraphs>125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Calibri Light</vt:lpstr>
      <vt:lpstr>Times New Roman</vt:lpstr>
      <vt:lpstr>Wingdings</vt:lpstr>
      <vt:lpstr>Retrospect</vt:lpstr>
      <vt:lpstr>Master Theorem Application for Unequal Division CSA0620-DESIGN AND ANALYSIS OF ALGORITHM</vt:lpstr>
      <vt:lpstr>Problem Statement</vt:lpstr>
      <vt:lpstr>Algorithm Overview</vt:lpstr>
      <vt:lpstr>Algorithm</vt:lpstr>
      <vt:lpstr>Working Example</vt:lpstr>
      <vt:lpstr>Recursion Tree Analysis</vt:lpstr>
      <vt:lpstr>Complexity Analysis Using Master Theorem</vt:lpstr>
      <vt:lpstr>Comparative Analysis</vt:lpstr>
      <vt:lpstr>Application</vt:lpstr>
      <vt:lpstr>Result and Analysis </vt:lpstr>
      <vt:lpstr>Conclusion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Theorem Application for Unequal Division</dc:title>
  <dc:creator>Saranya R A</dc:creator>
  <cp:lastModifiedBy>Hello</cp:lastModifiedBy>
  <cp:revision>7</cp:revision>
  <dcterms:created xsi:type="dcterms:W3CDTF">2026-07-22T13:24:16Z</dcterms:created>
  <dcterms:modified xsi:type="dcterms:W3CDTF">2026-07-23T04:59:29Z</dcterms:modified>
</cp:coreProperties>
</file>